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142" y="26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1A3936B-CB46-566D-4065-858105C0746A}"/>
              </a:ext>
            </a:extLst>
          </p:cNvPr>
          <p:cNvSpPr txBox="1"/>
          <p:nvPr/>
        </p:nvSpPr>
        <p:spPr>
          <a:xfrm>
            <a:off x="10566400" y="8305800"/>
            <a:ext cx="5431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OBS: Sistema de Coordenadas e Datum/ Projeção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9</Words>
  <Application>Microsoft Office PowerPoint</Application>
  <PresentationFormat>Personalizar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Danielle Corrêa</cp:lastModifiedBy>
  <cp:revision>4</cp:revision>
  <dcterms:created xsi:type="dcterms:W3CDTF">2006-08-16T00:00:00Z</dcterms:created>
  <dcterms:modified xsi:type="dcterms:W3CDTF">2026-04-18T16:00:20Z</dcterms:modified>
</cp:coreProperties>
</file>