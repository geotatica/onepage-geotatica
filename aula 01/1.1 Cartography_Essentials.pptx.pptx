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5F6"/>
    <a:srgbClr val="F3F3F5"/>
    <a:srgbClr val="32CCBF"/>
    <a:srgbClr val="098E41"/>
    <a:srgbClr val="1B956F"/>
    <a:srgbClr val="F1F1F3"/>
    <a:srgbClr val="F4F4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50" d="100"/>
          <a:sy n="50" d="100"/>
        </p:scale>
        <p:origin x="504" y="27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55680BE1-586B-F1A1-16F5-84B21E9B4C4D}"/>
              </a:ext>
            </a:extLst>
          </p:cNvPr>
          <p:cNvSpPr txBox="1"/>
          <p:nvPr/>
        </p:nvSpPr>
        <p:spPr>
          <a:xfrm>
            <a:off x="1270000" y="6858000"/>
            <a:ext cx="31482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Danielle Cristina Gomes Corrêa</a:t>
            </a:r>
          </a:p>
          <a:p>
            <a:endParaRPr lang="pt-BR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1373B8F-D440-AEB8-4836-D75D0F3C2CCB}"/>
              </a:ext>
            </a:extLst>
          </p:cNvPr>
          <p:cNvSpPr txBox="1"/>
          <p:nvPr/>
        </p:nvSpPr>
        <p:spPr>
          <a:xfrm>
            <a:off x="7518400" y="8077200"/>
            <a:ext cx="20560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b="1" dirty="0"/>
              <a:t>Belo Horizonte, MG</a:t>
            </a:r>
          </a:p>
          <a:p>
            <a:pPr algn="ctr"/>
            <a:r>
              <a:rPr lang="pt-BR" b="1" dirty="0"/>
              <a:t>2026</a:t>
            </a:r>
          </a:p>
        </p:txBody>
      </p:sp>
      <p:grpSp>
        <p:nvGrpSpPr>
          <p:cNvPr id="10" name="Agrupar 9">
            <a:extLst>
              <a:ext uri="{FF2B5EF4-FFF2-40B4-BE49-F238E27FC236}">
                <a16:creationId xmlns:a16="http://schemas.microsoft.com/office/drawing/2014/main" id="{1A5A7278-DE5F-0825-F0B1-BADB8733EC83}"/>
              </a:ext>
            </a:extLst>
          </p:cNvPr>
          <p:cNvGrpSpPr/>
          <p:nvPr/>
        </p:nvGrpSpPr>
        <p:grpSpPr>
          <a:xfrm>
            <a:off x="584200" y="420469"/>
            <a:ext cx="1219200" cy="1219200"/>
            <a:chOff x="990600" y="572869"/>
            <a:chExt cx="1219200" cy="1219200"/>
          </a:xfrm>
        </p:grpSpPr>
        <p:sp>
          <p:nvSpPr>
            <p:cNvPr id="9" name="Fluxograma: Conector 8">
              <a:extLst>
                <a:ext uri="{FF2B5EF4-FFF2-40B4-BE49-F238E27FC236}">
                  <a16:creationId xmlns:a16="http://schemas.microsoft.com/office/drawing/2014/main" id="{C8B739BC-4403-718C-CE76-4D6FC819163B}"/>
                </a:ext>
              </a:extLst>
            </p:cNvPr>
            <p:cNvSpPr/>
            <p:nvPr/>
          </p:nvSpPr>
          <p:spPr>
            <a:xfrm>
              <a:off x="990600" y="572869"/>
              <a:ext cx="1219200" cy="1219200"/>
            </a:xfrm>
            <a:prstGeom prst="flowChartConnector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7" name="Imagem 6">
              <a:extLst>
                <a:ext uri="{FF2B5EF4-FFF2-40B4-BE49-F238E27FC236}">
                  <a16:creationId xmlns:a16="http://schemas.microsoft.com/office/drawing/2014/main" id="{C03009C2-B710-489D-2A26-34E2B139D63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0600" y="572869"/>
              <a:ext cx="1219200" cy="12192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48486D-1163-9500-0294-886CAB0DB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Agrupar 10">
            <a:extLst>
              <a:ext uri="{FF2B5EF4-FFF2-40B4-BE49-F238E27FC236}">
                <a16:creationId xmlns:a16="http://schemas.microsoft.com/office/drawing/2014/main" id="{449C3473-DF97-2F30-AD0D-62AF2D891813}"/>
              </a:ext>
            </a:extLst>
          </p:cNvPr>
          <p:cNvGrpSpPr/>
          <p:nvPr/>
        </p:nvGrpSpPr>
        <p:grpSpPr>
          <a:xfrm>
            <a:off x="1346200" y="152400"/>
            <a:ext cx="13258800" cy="8839200"/>
            <a:chOff x="1346200" y="152400"/>
            <a:chExt cx="13258800" cy="8839200"/>
          </a:xfrm>
        </p:grpSpPr>
        <p:pic>
          <p:nvPicPr>
            <p:cNvPr id="6" name="Imagem 5">
              <a:extLst>
                <a:ext uri="{FF2B5EF4-FFF2-40B4-BE49-F238E27FC236}">
                  <a16:creationId xmlns:a16="http://schemas.microsoft.com/office/drawing/2014/main" id="{2C4C6AE5-70FA-BC71-356C-0BBF038C277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46200" y="152400"/>
              <a:ext cx="13258800" cy="8839200"/>
            </a:xfrm>
            <a:prstGeom prst="rect">
              <a:avLst/>
            </a:prstGeom>
          </p:spPr>
        </p:pic>
        <p:grpSp>
          <p:nvGrpSpPr>
            <p:cNvPr id="7" name="Agrupar 6">
              <a:extLst>
                <a:ext uri="{FF2B5EF4-FFF2-40B4-BE49-F238E27FC236}">
                  <a16:creationId xmlns:a16="http://schemas.microsoft.com/office/drawing/2014/main" id="{F4E0EA99-6CCC-2D32-A114-F370CE555BE1}"/>
                </a:ext>
              </a:extLst>
            </p:cNvPr>
            <p:cNvGrpSpPr/>
            <p:nvPr/>
          </p:nvGrpSpPr>
          <p:grpSpPr>
            <a:xfrm>
              <a:off x="2946400" y="228600"/>
              <a:ext cx="1080000" cy="1080000"/>
              <a:chOff x="990600" y="572869"/>
              <a:chExt cx="1219200" cy="1219200"/>
            </a:xfrm>
          </p:grpSpPr>
          <p:sp>
            <p:nvSpPr>
              <p:cNvPr id="8" name="Fluxograma: Conector 7">
                <a:extLst>
                  <a:ext uri="{FF2B5EF4-FFF2-40B4-BE49-F238E27FC236}">
                    <a16:creationId xmlns:a16="http://schemas.microsoft.com/office/drawing/2014/main" id="{0F335EB9-E5A4-F426-6DAD-650851E70994}"/>
                  </a:ext>
                </a:extLst>
              </p:cNvPr>
              <p:cNvSpPr/>
              <p:nvPr/>
            </p:nvSpPr>
            <p:spPr>
              <a:xfrm>
                <a:off x="990600" y="572869"/>
                <a:ext cx="1219200" cy="1219200"/>
              </a:xfrm>
              <a:prstGeom prst="flowChartConnector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pic>
            <p:nvPicPr>
              <p:cNvPr id="10" name="Imagem 9">
                <a:extLst>
                  <a:ext uri="{FF2B5EF4-FFF2-40B4-BE49-F238E27FC236}">
                    <a16:creationId xmlns:a16="http://schemas.microsoft.com/office/drawing/2014/main" id="{B16BDE93-D942-D7C1-5214-E86D1BC9996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90600" y="572869"/>
                <a:ext cx="1219200" cy="121920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4593276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grpSp>
        <p:nvGrpSpPr>
          <p:cNvPr id="3" name="Agrupar 2">
            <a:extLst>
              <a:ext uri="{FF2B5EF4-FFF2-40B4-BE49-F238E27FC236}">
                <a16:creationId xmlns:a16="http://schemas.microsoft.com/office/drawing/2014/main" id="{3E11754A-06F1-9A3F-BC50-E761F73588FF}"/>
              </a:ext>
            </a:extLst>
          </p:cNvPr>
          <p:cNvGrpSpPr/>
          <p:nvPr/>
        </p:nvGrpSpPr>
        <p:grpSpPr>
          <a:xfrm>
            <a:off x="14376400" y="457200"/>
            <a:ext cx="1219200" cy="1219200"/>
            <a:chOff x="990600" y="572869"/>
            <a:chExt cx="1219200" cy="1219200"/>
          </a:xfrm>
        </p:grpSpPr>
        <p:sp>
          <p:nvSpPr>
            <p:cNvPr id="4" name="Fluxograma: Conector 3">
              <a:extLst>
                <a:ext uri="{FF2B5EF4-FFF2-40B4-BE49-F238E27FC236}">
                  <a16:creationId xmlns:a16="http://schemas.microsoft.com/office/drawing/2014/main" id="{68F766FC-B91F-D423-1455-C2E2333BE2C1}"/>
                </a:ext>
              </a:extLst>
            </p:cNvPr>
            <p:cNvSpPr/>
            <p:nvPr/>
          </p:nvSpPr>
          <p:spPr>
            <a:xfrm>
              <a:off x="990600" y="572869"/>
              <a:ext cx="1219200" cy="1219200"/>
            </a:xfrm>
            <a:prstGeom prst="flowChartConnector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111F47BC-F5A0-426F-2726-29F20B186DD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0600" y="572869"/>
              <a:ext cx="1219200" cy="12192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51A3936B-CB46-566D-4065-858105C0746A}"/>
              </a:ext>
            </a:extLst>
          </p:cNvPr>
          <p:cNvSpPr txBox="1"/>
          <p:nvPr/>
        </p:nvSpPr>
        <p:spPr>
          <a:xfrm>
            <a:off x="10566400" y="8305800"/>
            <a:ext cx="54311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b="1" dirty="0"/>
              <a:t>OBS: Sistema de Coordenadas e Datum/ Projeção</a:t>
            </a:r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D7B4BDCF-5332-C5AC-D9F2-9C49B997E556}"/>
              </a:ext>
            </a:extLst>
          </p:cNvPr>
          <p:cNvGrpSpPr/>
          <p:nvPr/>
        </p:nvGrpSpPr>
        <p:grpSpPr>
          <a:xfrm>
            <a:off x="14452600" y="228600"/>
            <a:ext cx="1219200" cy="1219200"/>
            <a:chOff x="990600" y="572869"/>
            <a:chExt cx="1219200" cy="1219200"/>
          </a:xfrm>
        </p:grpSpPr>
        <p:sp>
          <p:nvSpPr>
            <p:cNvPr id="5" name="Fluxograma: Conector 4">
              <a:extLst>
                <a:ext uri="{FF2B5EF4-FFF2-40B4-BE49-F238E27FC236}">
                  <a16:creationId xmlns:a16="http://schemas.microsoft.com/office/drawing/2014/main" id="{7181B6AF-40CE-1A41-1507-0E27F56850B9}"/>
                </a:ext>
              </a:extLst>
            </p:cNvPr>
            <p:cNvSpPr/>
            <p:nvPr/>
          </p:nvSpPr>
          <p:spPr>
            <a:xfrm>
              <a:off x="990600" y="572869"/>
              <a:ext cx="1219200" cy="1219200"/>
            </a:xfrm>
            <a:prstGeom prst="flowChartConnector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6" name="Imagem 5">
              <a:extLst>
                <a:ext uri="{FF2B5EF4-FFF2-40B4-BE49-F238E27FC236}">
                  <a16:creationId xmlns:a16="http://schemas.microsoft.com/office/drawing/2014/main" id="{930EA91D-E055-76F3-F63D-AA9AA99509E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0600" y="572869"/>
              <a:ext cx="1219200" cy="12192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grpSp>
        <p:nvGrpSpPr>
          <p:cNvPr id="3" name="Agrupar 2">
            <a:extLst>
              <a:ext uri="{FF2B5EF4-FFF2-40B4-BE49-F238E27FC236}">
                <a16:creationId xmlns:a16="http://schemas.microsoft.com/office/drawing/2014/main" id="{AE5C3306-AA4F-D997-C1EA-F57B2203D7B7}"/>
              </a:ext>
            </a:extLst>
          </p:cNvPr>
          <p:cNvGrpSpPr/>
          <p:nvPr/>
        </p:nvGrpSpPr>
        <p:grpSpPr>
          <a:xfrm>
            <a:off x="14681200" y="7543800"/>
            <a:ext cx="1219200" cy="1219200"/>
            <a:chOff x="990600" y="572869"/>
            <a:chExt cx="1219200" cy="1219200"/>
          </a:xfrm>
        </p:grpSpPr>
        <p:sp>
          <p:nvSpPr>
            <p:cNvPr id="4" name="Fluxograma: Conector 3">
              <a:extLst>
                <a:ext uri="{FF2B5EF4-FFF2-40B4-BE49-F238E27FC236}">
                  <a16:creationId xmlns:a16="http://schemas.microsoft.com/office/drawing/2014/main" id="{7F7819AF-868E-556B-C5A0-23439204DC55}"/>
                </a:ext>
              </a:extLst>
            </p:cNvPr>
            <p:cNvSpPr/>
            <p:nvPr/>
          </p:nvSpPr>
          <p:spPr>
            <a:xfrm>
              <a:off x="990600" y="572869"/>
              <a:ext cx="1219200" cy="1219200"/>
            </a:xfrm>
            <a:prstGeom prst="flowChartConnector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45E2D5D0-0EA9-258B-77E8-95B8ABE03F7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0600" y="572869"/>
              <a:ext cx="1219200" cy="12192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Fluxograma: Conector 3">
            <a:extLst>
              <a:ext uri="{FF2B5EF4-FFF2-40B4-BE49-F238E27FC236}">
                <a16:creationId xmlns:a16="http://schemas.microsoft.com/office/drawing/2014/main" id="{7723C684-4FF8-3BAA-C6ED-3727D66A2BB6}"/>
              </a:ext>
            </a:extLst>
          </p:cNvPr>
          <p:cNvSpPr/>
          <p:nvPr/>
        </p:nvSpPr>
        <p:spPr>
          <a:xfrm>
            <a:off x="14681200" y="228600"/>
            <a:ext cx="1143000" cy="11430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4287DF5-AE5D-5604-2821-3133600DADC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05000" y="190500"/>
            <a:ext cx="1219200" cy="1219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grpSp>
        <p:nvGrpSpPr>
          <p:cNvPr id="3" name="Agrupar 2">
            <a:extLst>
              <a:ext uri="{FF2B5EF4-FFF2-40B4-BE49-F238E27FC236}">
                <a16:creationId xmlns:a16="http://schemas.microsoft.com/office/drawing/2014/main" id="{7F0947F5-C530-E01F-6E61-4FCEAE25CC2C}"/>
              </a:ext>
            </a:extLst>
          </p:cNvPr>
          <p:cNvGrpSpPr/>
          <p:nvPr/>
        </p:nvGrpSpPr>
        <p:grpSpPr>
          <a:xfrm>
            <a:off x="584200" y="420469"/>
            <a:ext cx="1219200" cy="1219200"/>
            <a:chOff x="990600" y="572869"/>
            <a:chExt cx="1219200" cy="1219200"/>
          </a:xfrm>
        </p:grpSpPr>
        <p:sp>
          <p:nvSpPr>
            <p:cNvPr id="4" name="Fluxograma: Conector 3">
              <a:extLst>
                <a:ext uri="{FF2B5EF4-FFF2-40B4-BE49-F238E27FC236}">
                  <a16:creationId xmlns:a16="http://schemas.microsoft.com/office/drawing/2014/main" id="{521725B2-EDDA-07BC-4803-38C9EA4D2898}"/>
                </a:ext>
              </a:extLst>
            </p:cNvPr>
            <p:cNvSpPr/>
            <p:nvPr/>
          </p:nvSpPr>
          <p:spPr>
            <a:xfrm>
              <a:off x="990600" y="572869"/>
              <a:ext cx="1219200" cy="1219200"/>
            </a:xfrm>
            <a:prstGeom prst="flowChartConnector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2864F5A3-1A53-3502-0E26-0D6A49DADBD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0600" y="572869"/>
              <a:ext cx="1219200" cy="12192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grpSp>
        <p:nvGrpSpPr>
          <p:cNvPr id="3" name="Agrupar 2">
            <a:extLst>
              <a:ext uri="{FF2B5EF4-FFF2-40B4-BE49-F238E27FC236}">
                <a16:creationId xmlns:a16="http://schemas.microsoft.com/office/drawing/2014/main" id="{3FEE4807-ABB0-5844-1255-A73BDDC17AB1}"/>
              </a:ext>
            </a:extLst>
          </p:cNvPr>
          <p:cNvGrpSpPr/>
          <p:nvPr/>
        </p:nvGrpSpPr>
        <p:grpSpPr>
          <a:xfrm>
            <a:off x="14452600" y="228600"/>
            <a:ext cx="1219200" cy="1219200"/>
            <a:chOff x="990600" y="572869"/>
            <a:chExt cx="1219200" cy="1219200"/>
          </a:xfrm>
        </p:grpSpPr>
        <p:sp>
          <p:nvSpPr>
            <p:cNvPr id="4" name="Fluxograma: Conector 3">
              <a:extLst>
                <a:ext uri="{FF2B5EF4-FFF2-40B4-BE49-F238E27FC236}">
                  <a16:creationId xmlns:a16="http://schemas.microsoft.com/office/drawing/2014/main" id="{E6ED4DC0-70DE-09A7-3CB2-92ABDED7746C}"/>
                </a:ext>
              </a:extLst>
            </p:cNvPr>
            <p:cNvSpPr/>
            <p:nvPr/>
          </p:nvSpPr>
          <p:spPr>
            <a:xfrm>
              <a:off x="990600" y="572869"/>
              <a:ext cx="1219200" cy="1219200"/>
            </a:xfrm>
            <a:prstGeom prst="flowChartConnector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58808592-6DF9-63DB-B757-C2126C8F05E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0600" y="572869"/>
              <a:ext cx="1219200" cy="12192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grpSp>
        <p:nvGrpSpPr>
          <p:cNvPr id="3" name="Agrupar 2">
            <a:extLst>
              <a:ext uri="{FF2B5EF4-FFF2-40B4-BE49-F238E27FC236}">
                <a16:creationId xmlns:a16="http://schemas.microsoft.com/office/drawing/2014/main" id="{D675F945-12C0-6930-1AFE-CF8091482C75}"/>
              </a:ext>
            </a:extLst>
          </p:cNvPr>
          <p:cNvGrpSpPr/>
          <p:nvPr/>
        </p:nvGrpSpPr>
        <p:grpSpPr>
          <a:xfrm>
            <a:off x="14681200" y="304800"/>
            <a:ext cx="1219200" cy="1219200"/>
            <a:chOff x="990600" y="572869"/>
            <a:chExt cx="1219200" cy="1219200"/>
          </a:xfrm>
        </p:grpSpPr>
        <p:sp>
          <p:nvSpPr>
            <p:cNvPr id="4" name="Fluxograma: Conector 3">
              <a:extLst>
                <a:ext uri="{FF2B5EF4-FFF2-40B4-BE49-F238E27FC236}">
                  <a16:creationId xmlns:a16="http://schemas.microsoft.com/office/drawing/2014/main" id="{D8E07989-CB79-4D64-833B-92A0C53E4AE0}"/>
                </a:ext>
              </a:extLst>
            </p:cNvPr>
            <p:cNvSpPr/>
            <p:nvPr/>
          </p:nvSpPr>
          <p:spPr>
            <a:xfrm>
              <a:off x="990600" y="572869"/>
              <a:ext cx="1219200" cy="1219200"/>
            </a:xfrm>
            <a:prstGeom prst="flowChartConnector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4742DE39-EE7C-8611-C6B0-589C7B56825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0600" y="572869"/>
              <a:ext cx="1219200" cy="12192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grpSp>
        <p:nvGrpSpPr>
          <p:cNvPr id="3" name="Agrupar 2">
            <a:extLst>
              <a:ext uri="{FF2B5EF4-FFF2-40B4-BE49-F238E27FC236}">
                <a16:creationId xmlns:a16="http://schemas.microsoft.com/office/drawing/2014/main" id="{67C0EED0-847F-A935-015F-AD5128933129}"/>
              </a:ext>
            </a:extLst>
          </p:cNvPr>
          <p:cNvGrpSpPr/>
          <p:nvPr/>
        </p:nvGrpSpPr>
        <p:grpSpPr>
          <a:xfrm>
            <a:off x="14528800" y="381000"/>
            <a:ext cx="1219200" cy="1219200"/>
            <a:chOff x="990600" y="572869"/>
            <a:chExt cx="1219200" cy="1219200"/>
          </a:xfrm>
        </p:grpSpPr>
        <p:sp>
          <p:nvSpPr>
            <p:cNvPr id="4" name="Fluxograma: Conector 3">
              <a:extLst>
                <a:ext uri="{FF2B5EF4-FFF2-40B4-BE49-F238E27FC236}">
                  <a16:creationId xmlns:a16="http://schemas.microsoft.com/office/drawing/2014/main" id="{F7F77ADB-6DD5-19A1-33E2-2BDB70BFDC24}"/>
                </a:ext>
              </a:extLst>
            </p:cNvPr>
            <p:cNvSpPr/>
            <p:nvPr/>
          </p:nvSpPr>
          <p:spPr>
            <a:xfrm>
              <a:off x="990600" y="572869"/>
              <a:ext cx="1219200" cy="1219200"/>
            </a:xfrm>
            <a:prstGeom prst="flowChartConnector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869359C3-B40D-84E1-07B8-A047B02246D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0600" y="572869"/>
              <a:ext cx="1219200" cy="12192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18</Words>
  <Application>Microsoft Office PowerPoint</Application>
  <PresentationFormat>Personalizar</PresentationFormat>
  <Paragraphs>4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Danielle Corrêa</cp:lastModifiedBy>
  <cp:revision>5</cp:revision>
  <dcterms:created xsi:type="dcterms:W3CDTF">2006-08-16T00:00:00Z</dcterms:created>
  <dcterms:modified xsi:type="dcterms:W3CDTF">2026-04-20T09:56:39Z</dcterms:modified>
</cp:coreProperties>
</file>